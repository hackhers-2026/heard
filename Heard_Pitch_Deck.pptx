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943600" cy="5943600"/>
          </a:xfrm>
          <a:prstGeom prst="ellipse">
            <a:avLst/>
          </a:prstGeom>
          <a:solidFill>
            <a:srgbClr val="F4020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74320"/>
            <a:ext cx="4754880" cy="4754880"/>
          </a:xfrm>
          <a:prstGeom prst="ellipse">
            <a:avLst/>
          </a:prstGeom>
          <a:solidFill>
            <a:srgbClr val="FF5800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914400"/>
            <a:ext cx="3291840" cy="329184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1554480" cy="384048"/>
          </a:xfrm>
          <a:prstGeom prst="rect">
            <a:avLst>
              <a:gd name="adj" fmla="val 14286"/>
            </a:avLst>
          </a:prstGeom>
          <a:solidFill>
            <a:srgbClr val="FF5D0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640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up.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Heard.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343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0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coach that helps women prepare, present, and grow — with judgment-free practice, live feedback, and a community that has your back.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5623560"/>
            <a:ext cx="502920" cy="73152"/>
          </a:xfrm>
          <a:prstGeom prst="rect">
            <a:avLst/>
          </a:prstGeom>
          <a:solidFill>
            <a:srgbClr val="FF9C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99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 —  AI SPEECH COACHING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4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shouldn’t be the thing holding a great idea back.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women hold back in meetings, pitches, and presentations — not for lack of ideas, but for lack of a safe place to practice and be heard. Heard gives every woman a private, judgment-free space to build that voice, plus real support once she's live.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FF58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Judgment-free AI practice before you speak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FD800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7274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coaching nudges while you present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294376"/>
            <a:ext cx="384048" cy="384048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29437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&amp; mentor feedback after you're done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86600" y="457200"/>
            <a:ext cx="4526280" cy="5943600"/>
          </a:xfrm>
          <a:prstGeom prst="rect">
            <a:avLst>
              <a:gd name="adj" fmla="val 2424"/>
            </a:avLst>
          </a:prstGeom>
          <a:solidFill>
            <a:srgbClr val="241208"/>
          </a:solidFill>
          <a:ln/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966960" y="-548640"/>
            <a:ext cx="2743200" cy="2743200"/>
          </a:xfrm>
          <a:prstGeom prst="ellipse">
            <a:avLst/>
          </a:prstGeom>
          <a:solidFill>
            <a:srgbClr val="F4020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5236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A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62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26060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say fear of judgment keeps them from speaking up at 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52360" y="3794760"/>
            <a:ext cx="3794760" cy="0"/>
          </a:xfrm>
          <a:prstGeom prst="line">
            <a:avLst/>
          </a:prstGeom>
          <a:noFill/>
          <a:ln w="12700">
            <a:solidFill>
              <a:srgbClr val="5A3A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402336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0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turns that fear into practice — and practice into confidence.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coach, three moments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297680"/>
          </a:xfrm>
          <a:prstGeom prst="rect">
            <a:avLst>
              <a:gd name="adj" fmla="val 2597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777240"/>
          </a:xfrm>
          <a:prstGeom prst="rect">
            <a:avLst>
              <a:gd name="adj" fmla="val 11765"/>
            </a:avLst>
          </a:prstGeom>
          <a:solidFill>
            <a:srgbClr val="FF58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520440" cy="365760"/>
          </a:xfrm>
          <a:prstGeom prst="rect">
            <a:avLst/>
          </a:prstGeom>
          <a:solidFill>
            <a:srgbClr val="FF5800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751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29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67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Preptalk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3464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your speech with the AI coach. Get warm, detailed encouragement and feedback on your message before you ever step up.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365760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89120" y="1783080"/>
            <a:ext cx="3520440" cy="4297680"/>
          </a:xfrm>
          <a:prstGeom prst="rect">
            <a:avLst>
              <a:gd name="adj" fmla="val 2597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783080"/>
            <a:ext cx="3520440" cy="777240"/>
          </a:xfrm>
          <a:prstGeom prst="rect">
            <a:avLst>
              <a:gd name="adj" fmla="val 11765"/>
            </a:avLst>
          </a:prstGeom>
          <a:solidFill>
            <a:srgbClr val="FD8002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2194560"/>
            <a:ext cx="3520440" cy="365760"/>
          </a:xfrm>
          <a:prstGeom prst="rect">
            <a:avLst/>
          </a:prstGeom>
          <a:solidFill>
            <a:srgbClr val="FD8002"/>
          </a:solidFill>
          <a:ln/>
        </p:spPr>
      </p:sp>
      <p:sp>
        <p:nvSpPr>
          <p:cNvPr id="16" name="Shape 14"/>
          <p:cNvSpPr/>
          <p:nvPr/>
        </p:nvSpPr>
        <p:spPr>
          <a:xfrm>
            <a:off x="4645152" y="19751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45152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80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1929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167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Activetalk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83464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while Heard listens live — short, terse nudges on pace, volume, and filler words appear right as you speak.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891272" y="365760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229600" y="1783080"/>
            <a:ext cx="3520440" cy="4297680"/>
          </a:xfrm>
          <a:prstGeom prst="rect">
            <a:avLst>
              <a:gd name="adj" fmla="val 2597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783080"/>
            <a:ext cx="3520440" cy="777240"/>
          </a:xfrm>
          <a:prstGeom prst="rect">
            <a:avLst>
              <a:gd name="adj" fmla="val 11765"/>
            </a:avLst>
          </a:prstGeom>
          <a:solidFill>
            <a:srgbClr val="FFAB00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2194560"/>
            <a:ext cx="3520440" cy="36576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485632" y="19751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85632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1929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21671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Talksummary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283464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5-metric report, reflect with the AI, and share your talk with peers and mentors for real-world feedback.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frontends, one coaching brain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77640" cy="914400"/>
          </a:xfrm>
          <a:prstGeom prst="rect">
            <a:avLst>
              <a:gd name="adj" fmla="val 8000"/>
            </a:avLst>
          </a:prstGeom>
          <a:solidFill>
            <a:srgbClr val="FFF3E7"/>
          </a:solidFill>
          <a:ln w="19050">
            <a:solidFill>
              <a:srgbClr val="FF5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surface — on-tab mic capture + real-time overlay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691640"/>
            <a:ext cx="3977640" cy="914400"/>
          </a:xfrm>
          <a:prstGeom prst="rect">
            <a:avLst>
              <a:gd name="adj" fmla="val 8000"/>
            </a:avLst>
          </a:prstGeom>
          <a:solidFill>
            <a:srgbClr val="FFF3E7"/>
          </a:solidFill>
          <a:ln w="19050">
            <a:solidFill>
              <a:srgbClr val="FD800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6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surface — prep, reports, community, profile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51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8138160" cy="777240"/>
          </a:xfrm>
          <a:prstGeom prst="rect">
            <a:avLst>
              <a:gd name="adj" fmla="val 9412"/>
            </a:avLst>
          </a:prstGeom>
          <a:solidFill>
            <a:srgbClr val="24120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4564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data · scoring · the shared brain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136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A8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931920" cy="1371600"/>
          </a:xfrm>
          <a:prstGeom prst="rect">
            <a:avLst>
              <a:gd name="adj" fmla="val 5333"/>
            </a:avLst>
          </a:prstGeom>
          <a:solidFill>
            <a:srgbClr val="FF5800"/>
          </a:solidFill>
          <a:ln/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Backboard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2803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coaching brain — one assistant per user, cross-session memory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452628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074920" y="4297680"/>
            <a:ext cx="3611880" cy="1371600"/>
          </a:xfrm>
          <a:prstGeom prst="rect">
            <a:avLst>
              <a:gd name="adj" fmla="val 5333"/>
            </a:avLst>
          </a:prstGeom>
          <a:solidFill>
            <a:srgbClr val="FFAB00"/>
          </a:solidFill>
          <a:ln/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34924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4828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 for nudges, scoring, and chat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15400" y="1691640"/>
            <a:ext cx="2697480" cy="3977640"/>
          </a:xfrm>
          <a:prstGeom prst="rect">
            <a:avLst>
              <a:gd name="adj" fmla="val 2712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PATH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0" y="2240280"/>
            <a:ext cx="310896" cy="310896"/>
          </a:xfrm>
          <a:prstGeom prst="ellipse">
            <a:avLst/>
          </a:prstGeom>
          <a:solidFill>
            <a:srgbClr val="FF58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2219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transcribes speech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0" y="3081528"/>
            <a:ext cx="310896" cy="310896"/>
          </a:xfrm>
          <a:prstGeom prst="ellipse">
            <a:avLst/>
          </a:prstGeom>
          <a:solidFill>
            <a:srgbClr val="FD800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55480" y="3063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worker buffers ~60s segments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0" y="3922776"/>
            <a:ext cx="310896" cy="310896"/>
          </a:xfrm>
          <a:prstGeom prst="ellipse">
            <a:avLst/>
          </a:prstGeom>
          <a:solidFill>
            <a:srgbClr val="FFA50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555480" y="390448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Backboard + Gemini coach each one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44000" y="4764024"/>
            <a:ext cx="310896" cy="310896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4400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555480" y="474573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streams to sidebar via WebSocket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practice loop,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1965960"/>
          </a:xfrm>
          <a:prstGeom prst="rect">
            <a:avLst>
              <a:gd name="adj" fmla="val 4651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FF58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06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coaching loop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5351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transcription → AI coaching → live nudge, fully wired.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02152" cy="1965960"/>
          </a:xfrm>
          <a:prstGeom prst="rect">
            <a:avLst>
              <a:gd name="adj" fmla="val 4651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947672"/>
            <a:ext cx="502920" cy="502920"/>
          </a:xfrm>
          <a:prstGeom prst="ellipse">
            <a:avLst/>
          </a:prstGeom>
          <a:solidFill>
            <a:srgbClr val="FF400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606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memory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95351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coach remembers your patterns and improves feedback over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02152" cy="1965960"/>
          </a:xfrm>
          <a:prstGeom prst="rect">
            <a:avLst>
              <a:gd name="adj" fmla="val 4651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947672"/>
            <a:ext cx="502920" cy="502920"/>
          </a:xfrm>
          <a:prstGeom prst="ellipse">
            <a:avLst/>
          </a:prstGeom>
          <a:solidFill>
            <a:srgbClr val="FD800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6060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95351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pace/volume/confidence + lightweight AI for clarity &amp; structure.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02152" cy="1965960"/>
          </a:xfrm>
          <a:prstGeom prst="rect">
            <a:avLst>
              <a:gd name="adj" fmla="val 4651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FFA50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46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coaching tones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1937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before, terse during, reflective after — matched to the moment.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502152" cy="1965960"/>
          </a:xfrm>
          <a:prstGeom prst="rect">
            <a:avLst>
              <a:gd name="adj" fmla="val 4651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81144" y="4187952"/>
            <a:ext cx="502920" cy="502920"/>
          </a:xfrm>
          <a:prstGeom prst="ellipse">
            <a:avLst/>
          </a:prstGeom>
          <a:solidFill>
            <a:srgbClr val="FFA8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81144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846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51937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degrades gracefully — the app demos even with no API keys.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931920"/>
            <a:ext cx="3502152" cy="1965960"/>
          </a:xfrm>
          <a:prstGeom prst="rect">
            <a:avLst>
              <a:gd name="adj" fmla="val 4651"/>
            </a:avLst>
          </a:prstGeom>
          <a:solidFill>
            <a:srgbClr val="FFF9F4"/>
          </a:solidFill>
          <a:ln w="12700">
            <a:solidFill>
              <a:srgbClr val="F2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A0D04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187952"/>
            <a:ext cx="502920" cy="50292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7616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48463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feedback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51937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transcripts &amp; talks with coworkers and mentors for real feedback.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F40202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4206240" cy="4206240"/>
          </a:xfrm>
          <a:prstGeom prst="ellipse">
            <a:avLst/>
          </a:prstGeom>
          <a:solidFill>
            <a:srgbClr val="FF5800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" y="4937760"/>
            <a:ext cx="2743200" cy="2743200"/>
          </a:xfrm>
          <a:prstGeom prst="ellipse">
            <a:avLst/>
          </a:prstGeom>
          <a:solidFill>
            <a:srgbClr val="FFAB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9659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i="1" dirty="0">
                <a:solidFill>
                  <a:srgbClr val="F0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woman has something worth saying.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74320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7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Heard helps her say it.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0" y="4160520"/>
            <a:ext cx="502920" cy="73152"/>
          </a:xfrm>
          <a:prstGeom prst="rect">
            <a:avLst/>
          </a:prstGeom>
          <a:solidFill>
            <a:srgbClr val="FF9C0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4343400"/>
            <a:ext cx="928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spc="50" kern="0" dirty="0">
                <a:solidFill>
                  <a:srgbClr val="D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freely · Speak confidently · Get Heard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6126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8A6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2026-09-19T18:13:29Z</dcterms:created>
  <dcterms:modified xsi:type="dcterms:W3CDTF">2026-09-19T18:13:29Z</dcterms:modified>
</cp:coreProperties>
</file>